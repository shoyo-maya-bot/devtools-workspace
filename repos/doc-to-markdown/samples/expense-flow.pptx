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承認は 3 営業日以内。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経費精算の流れ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申請</a:t>
            </a:r>
          </a:p>
          <a:p>
            <a:pPr lvl="1"/>
            <a:r>
              <a:t>領収書を添付</a:t>
            </a:r>
          </a:p>
          <a:p>
            <a:pPr/>
            <a:r>
              <a:t>承認</a:t>
            </a:r>
          </a:p>
          <a:p>
            <a:pPr/>
            <a:r>
              <a:t>支払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区分と上限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交通費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実費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宿泊費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上限を超える場合は事前申請が必要です。</a:t>
            </a:r>
          </a:p>
        </p:txBody>
      </p:sp>
      <p:pic>
        <p:nvPicPr>
          <p:cNvPr id="5" name="Picture 4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